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animSeq>
          <p:animCue>
            <p:fadeTg tgtElemId="" fadeDir="0" fadeOut="0">
              <p:dur val="300"/>
            </p:fadeTg>
          </p:animCue>
        </p:animSeq>
      </p:sp>
      <p:sp>
        <p:nvSpPr>
          <p:cNvPr id="9" name="TextBox 8"/>
          <p:cNvSpPr txBox="1"/>
          <p:nvPr/>
        </p:nvSpPr>
        <p:spPr>
          <a:xfrm>
            <a:off x="640080" y="6355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02920"/>
            <a:ext cx="1005840" cy="1005840"/>
          </a:xfrm>
          <a:prstGeom prst="ellipse">
            <a:avLst/>
          </a:prstGeom>
          <a:noFill/>
          <a:ln w="25400">
            <a:solidFill>
              <a:srgbClr val="CA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DC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noFill/>
          <a:ln w="38100">
            <a:solidFill>
              <a:srgbClr val="DCE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480560"/>
            <a:ext cx="3840480" cy="3840480"/>
          </a:xfrm>
          <a:prstGeom prst="ellipse">
            <a:avLst/>
          </a:prstGeom>
          <a:solidFill>
            <a:srgbClr val="CAD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600" b="1">
                <a:solidFill>
                  <a:srgbClr val="003366"/>
                </a:solidFill>
              </a:defRPr>
            </a:pPr>
            <a:r>
              <a:t>AI排版演示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27448" y="3749039"/>
            <a:ext cx="274320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36699"/>
                </a:solidFill>
              </a:defRPr>
            </a:pPr>
            <a:r>
              <a:t>AutoSlide 排版体系演示：按版面精确比例生成配图，每张图都以原始比例完整显示。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9" name="Oval 8"/>
          <p:cNvSpPr/>
          <p:nvPr/>
        </p:nvSpPr>
        <p:spPr>
          <a:xfrm>
            <a:off x="11311074" y="906881"/>
            <a:ext cx="310896" cy="310896"/>
          </a:xfrm>
          <a:prstGeom prst="ellipse">
            <a:avLst/>
          </a:prstGeom>
          <a:solidFill>
            <a:srgbClr val="C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50026" y="4559095"/>
            <a:ext cx="1097280" cy="1097280"/>
          </a:xfrm>
          <a:prstGeom prst="ellipse">
            <a:avLst/>
          </a:prstGeom>
          <a:noFill/>
          <a:ln w="25400">
            <a:solidFill>
              <a:srgbClr val="CCE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5490" y="5684584"/>
            <a:ext cx="1457647" cy="1517254"/>
          </a:xfrm>
          <a:prstGeom prst="ellipse">
            <a:avLst/>
          </a:prstGeom>
          <a:solidFill>
            <a:srgbClr val="D3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6546" y="4999441"/>
            <a:ext cx="2425978" cy="2940474"/>
          </a:xfrm>
          <a:prstGeom prst="ellipse">
            <a:avLst/>
          </a:prstGeom>
          <a:solidFill>
            <a:srgbClr val="CC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右侧图文布局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11780"/>
            <a:ext cx="624723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右侧布局在图片插入后自动收缩文字区，保证图文无重叠、文字不越界。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图片居右，文字居左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图文间距 0.4 英寸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文字区自动收缩避让</a:t>
            </a:r>
          </a:p>
        </p:txBody>
      </p:sp>
      <p:pic>
        <p:nvPicPr>
          <p:cNvPr id="14" name="Picture 13" descr="_dem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71" y="1325880"/>
            <a:ext cx="4664303" cy="4664303"/>
          </a:xfrm>
          <a:prstGeom prst="rect">
            <a:avLst/>
          </a:prstGeom>
          <a:ln w="15875">
            <a:solidFill>
              <a:srgbClr val="336699"/>
            </a:solidFill>
          </a:ln>
        </p:spPr>
      </p:pic>
    </p:spTree>
  </p:cSld>
  <p:clrMapOvr>
    <a:masterClrMapping/>
  </p:clrMapOvr>
  <p:sldTrans>
    <p:transition advClick="0" advTime="0" soundEnabled="0" loop="1">
      <p:pushEffect dir="in">
        <p:dur val="200"/>
      </p:pushEffect>
    </p:transition>
  </p:sldTrans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10" name="Oval 9"/>
          <p:cNvSpPr/>
          <p:nvPr/>
        </p:nvSpPr>
        <p:spPr>
          <a:xfrm>
            <a:off x="444527" y="839396"/>
            <a:ext cx="310896" cy="310896"/>
          </a:xfrm>
          <a:prstGeom prst="ellipse">
            <a:avLst/>
          </a:prstGeom>
          <a:solidFill>
            <a:srgbClr val="BE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3B6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4930735"/>
            <a:ext cx="237744" cy="1012864"/>
          </a:xfrm>
          <a:prstGeom prst="rect">
            <a:avLst/>
          </a:prstGeom>
          <a:solidFill>
            <a:srgbClr val="C7D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5025013"/>
            <a:ext cx="237744" cy="918586"/>
          </a:xfrm>
          <a:prstGeom prst="rect">
            <a:avLst/>
          </a:prstGeom>
          <a:solidFill>
            <a:srgbClr val="3B6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813205"/>
            <a:ext cx="237744" cy="1130394"/>
          </a:xfrm>
          <a:prstGeom prst="rect">
            <a:avLst/>
          </a:prstGeom>
          <a:solidFill>
            <a:srgbClr val="C7D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顶部横幅布局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572"/>
            <a:ext cx="10911535" cy="2605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生成端按横幅框的精确比例（约 5:1）出图，图片以原始比例完整呈现，零裁剪。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按版面精确比例出图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图片原比例完整显示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不再裁剪</a:t>
            </a:r>
          </a:p>
        </p:txBody>
      </p:sp>
      <p:pic>
        <p:nvPicPr>
          <p:cNvPr id="15" name="Picture 14" descr="_demo_ban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11535" cy="2195093"/>
          </a:xfrm>
          <a:prstGeom prst="rect">
            <a:avLst/>
          </a:prstGeom>
          <a:ln w="15875">
            <a:solidFill>
              <a:srgbClr val="336699"/>
            </a:solidFill>
          </a:ln>
        </p:spPr>
      </p:pic>
    </p:spTree>
  </p:cSld>
  <p:clrMapOvr>
    <a:masterClrMapping/>
  </p:clrMapOvr>
  <p:sldTrans>
    <p:transition advClick="0" advTime="0" soundEnabled="0" loop="1">
      <p:wipeEffect dir="in">
        <p:dur val="200"/>
      </p:wipeEffect>
    </p:transition>
  </p:sldTrans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5665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10" name="Oval 9"/>
          <p:cNvSpPr/>
          <p:nvPr/>
        </p:nvSpPr>
        <p:spPr>
          <a:xfrm>
            <a:off x="526353" y="675880"/>
            <a:ext cx="310896" cy="310896"/>
          </a:xfrm>
          <a:prstGeom prst="ellipse">
            <a:avLst/>
          </a:prstGeom>
          <a:solidFill>
            <a:srgbClr val="BAC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9098280" y="4343400"/>
            <a:ext cx="640080" cy="1463040"/>
          </a:xfrm>
          <a:prstGeom prst="upArrow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24160" y="4849304"/>
            <a:ext cx="237744" cy="1094295"/>
          </a:xfrm>
          <a:prstGeom prst="rect">
            <a:avLst/>
          </a:prstGeom>
          <a:solidFill>
            <a:srgbClr val="B7C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12680" y="4208768"/>
            <a:ext cx="237744" cy="1734831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4321145"/>
            <a:ext cx="237744" cy="1622454"/>
          </a:xfrm>
          <a:prstGeom prst="rect">
            <a:avLst/>
          </a:prstGeom>
          <a:solidFill>
            <a:srgbClr val="B7C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底部横幅布局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10911535" cy="274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底部横幅预留安全边距；图片比例与版面不一致时，横幅自动适应图片比例，始终完整显示。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底部横幅原比例显示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底边距画面底端 0.35 英寸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比例偏离时横幅自动收窄居中</a:t>
            </a:r>
          </a:p>
        </p:txBody>
      </p:sp>
      <p:pic>
        <p:nvPicPr>
          <p:cNvPr id="15" name="Picture 14" descr="_demo_band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42866"/>
            <a:ext cx="10911535" cy="2195093"/>
          </a:xfrm>
          <a:prstGeom prst="rect">
            <a:avLst/>
          </a:prstGeom>
          <a:ln w="15875">
            <a:solidFill>
              <a:srgbClr val="336699"/>
            </a:solidFill>
          </a:ln>
        </p:spPr>
      </p:pic>
    </p:spTree>
  </p:cSld>
  <p:clrMapOvr>
    <a:masterClrMapping/>
  </p:clrMapOvr>
  <p:sldTrans>
    <p:transition advClick="0" advTime="0" soundEnabled="0" loop="1">
      <p:dissolveEffect dir="in">
        <p:dur val="100"/>
      </p:dissolveEffect>
    </p:transition>
  </p:sldTrans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9" name="Oval 8"/>
          <p:cNvSpPr/>
          <p:nvPr/>
        </p:nvSpPr>
        <p:spPr>
          <a:xfrm>
            <a:off x="11451537" y="417565"/>
            <a:ext cx="310896" cy="310896"/>
          </a:xfrm>
          <a:prstGeom prst="ellipse">
            <a:avLst/>
          </a:prstGeom>
          <a:solidFill>
            <a:srgbClr val="C6D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3898" y="4409339"/>
            <a:ext cx="1097280" cy="1097280"/>
          </a:xfrm>
          <a:prstGeom prst="ellipse">
            <a:avLst/>
          </a:prstGeom>
          <a:noFill/>
          <a:ln w="25400">
            <a:solidFill>
              <a:srgbClr val="C0D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39654" y="5746836"/>
            <a:ext cx="1563900" cy="1377013"/>
          </a:xfrm>
          <a:prstGeom prst="ellipse">
            <a:avLst/>
          </a:prstGeom>
          <a:solidFill>
            <a:srgbClr val="D7E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98609" y="4577771"/>
            <a:ext cx="2992265" cy="2586453"/>
          </a:xfrm>
          <a:prstGeom prst="ellipse">
            <a:avLst/>
          </a:prstGeom>
          <a:solidFill>
            <a:srgbClr val="C0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稀疏内容均衡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11780"/>
            <a:ext cx="83969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当正文内容稀少时，插图自动放大填补版面，正文垂直居中，页面重心均衡。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文字较少时自动放大插图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正文块垂直居中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消除中部留白</a:t>
            </a:r>
          </a:p>
        </p:txBody>
      </p:sp>
      <p:pic>
        <p:nvPicPr>
          <p:cNvPr id="14" name="Picture 13" descr="_demo_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775" y="1325880"/>
            <a:ext cx="2514600" cy="5029200"/>
          </a:xfrm>
          <a:prstGeom prst="rect">
            <a:avLst/>
          </a:prstGeom>
          <a:ln w="15875">
            <a:solidFill>
              <a:srgbClr val="336699"/>
            </a:solidFill>
          </a:ln>
        </p:spPr>
      </p:pic>
    </p:spTree>
  </p:cSld>
  <p:clrMapOvr>
    <a:masterClrMapping/>
  </p:clrMapOvr>
  <p:sldTrans>
    <p:transition advClick="0" advTime="0" soundEnabled="0" loop="1">
      <p:uncoverEffect dir="in">
        <p:dur val="200"/>
      </p:uncoverEffect>
    </p:transition>
  </p:sldTrans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