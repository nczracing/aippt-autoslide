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2E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7D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0C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6699"/>
                </a:solidFill>
              </a:defRPr>
            </a:pPr>
            <a:r>
              <a:t>AI统筹排版系统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1E2832"/>
                </a:solidFill>
              </a:defRPr>
            </a:pPr>
            <a:r>
              <a:t>根据内容特征智能决策最佳布局</a:t>
            </a:r>
          </a:p>
        </p:txBody>
      </p:sp>
    </p:spTree>
  </p:cSld>
  <p:clrMapOvr>
    <a:masterClrMapping/>
  </p:clrMapOvr>
  <p:transition spd="slow" advClick="1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B2D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2D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008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5069756"/>
            <a:ext cx="237744" cy="873843"/>
          </a:xfrm>
          <a:prstGeom prst="rect">
            <a:avLst/>
          </a:prstGeom>
          <a:solidFill>
            <a:srgbClr val="BD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389166"/>
            <a:ext cx="237744" cy="1554433"/>
          </a:xfrm>
          <a:prstGeom prst="rect">
            <a:avLst/>
          </a:prstGeom>
          <a:solidFill>
            <a:srgbClr val="008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581026"/>
            <a:ext cx="237744" cy="1362573"/>
          </a:xfrm>
          <a:prstGeom prst="rect">
            <a:avLst/>
          </a:prstGeom>
          <a:solidFill>
            <a:srgbClr val="BD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6699"/>
                </a:solidFill>
              </a:defRPr>
            </a:pPr>
            <a:r>
              <a:t>系统架构概览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1E2832"/>
                </a:solidFill>
              </a:defRPr>
            </a:pPr>
            <a:r>
              <a:t>整体架构图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高性能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高可用</a:t>
            </a:r>
          </a:p>
        </p:txBody>
      </p:sp>
    </p:spTree>
  </p:cSld>
  <p:clrMapOvr>
    <a:masterClrMapping/>
  </p:clrMapOvr>
  <p:transition spd="slow" advClick="1">
    <p:push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09062" y="5513933"/>
            <a:ext cx="1599150" cy="1330132"/>
          </a:xfrm>
          <a:prstGeom prst="ellipse">
            <a:avLst/>
          </a:prstGeom>
          <a:solidFill>
            <a:srgbClr val="C4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896" y="4938320"/>
            <a:ext cx="2952428" cy="2809359"/>
          </a:xfrm>
          <a:prstGeom prst="ellipse">
            <a:avLst/>
          </a:prstGeom>
          <a:solidFill>
            <a:srgbClr val="B8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6699"/>
                </a:solidFill>
              </a:defRPr>
            </a:pPr>
            <a:r>
              <a:t>核心功能模块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40080" y="1371600"/>
            <a:ext cx="5272887" cy="4983480"/>
          </a:xfrm>
        </p:spPr>
        <p:txBody>
          <a:bodyPr wrap="square"/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1E2832"/>
                </a:solidFill>
              </a:defRPr>
            </a:pPr>
            <a:r>
              <a:t>详细功能说明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模块A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模块B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278727" y="1371600"/>
            <a:ext cx="5272887" cy="4983480"/>
          </a:xfrm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模块F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 advClick="1">
    <p:wipe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12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8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ADC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03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6699"/>
                </a:solidFill>
              </a:defRPr>
            </a:pPr>
            <a:r>
              <a:t>技术特点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1E2832"/>
                </a:solidFill>
              </a:defRPr>
            </a:pPr>
            <a:r>
              <a:t>技术栈介绍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微服务架构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容器化部署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CI/CD流水线</a:t>
            </a:r>
          </a:p>
        </p:txBody>
      </p:sp>
    </p:spTree>
  </p:cSld>
  <p:clrMapOvr>
    <a:masterClrMapping/>
  </p:clrMapOvr>
  <p:transition spd="slow" advClick="1">
    <p:dissolv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D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3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02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6699"/>
                </a:solidFill>
              </a:defRPr>
            </a:pPr>
            <a:r>
              <a:t>愿景与目标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1E2832"/>
                </a:solidFill>
              </a:defRPr>
            </a:pPr>
            <a:r>
              <a:t>未来发展方向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用户体验优先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0099CC"/>
                </a:solidFill>
              </a:defRPr>
            </a:pPr>
            <a:r>
              <a:t>• 技术创新驱动</a:t>
            </a:r>
          </a:p>
        </p:txBody>
      </p:sp>
    </p:spTree>
  </p:cSld>
  <p:clrMapOvr>
    <a:masterClrMapping/>
  </p:clrMapOvr>
  <p:transition spd="slow" advClick="1">
    <p:uncover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