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68701" y="535918"/>
            <a:ext cx="310896" cy="310896"/>
          </a:xfrm>
          <a:prstGeom prst="ellipse">
            <a:avLst/>
          </a:prstGeom>
          <a:solidFill>
            <a:srgbClr val="D2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98694" y="4400937"/>
            <a:ext cx="1097280" cy="1097280"/>
          </a:xfrm>
          <a:prstGeom prst="ellipse">
            <a:avLst/>
          </a:prstGeom>
          <a:noFill/>
          <a:ln w="25400">
            <a:solidFill>
              <a:srgbClr val="CFE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860" y="5751972"/>
            <a:ext cx="1137209" cy="1474727"/>
          </a:xfrm>
          <a:prstGeom prst="ellipse">
            <a:avLst/>
          </a:prstGeom>
          <a:solidFill>
            <a:srgbClr val="D7E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62939" y="4903208"/>
            <a:ext cx="3045046" cy="3000994"/>
          </a:xfrm>
          <a:prstGeom prst="ellipse">
            <a:avLst/>
          </a:prstGeom>
          <a:solidFill>
            <a:srgbClr val="CFE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底部通栏·高横幅场景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000">
                <a:solidFill>
                  <a:srgbClr val="282828"/>
                </a:solidFill>
              </a:defRPr>
            </a:pPr>
            <a:r>
              <a:t>本页使用方形图片触发 bottom 高横幅（3.75英寸），验证正文与图片之间保留安全间距，文字不再触底。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36699"/>
                </a:solidFill>
              </a:defRPr>
            </a:pPr>
            <a:r>
              <a:t>• 要点一：文字区高度保障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36699"/>
                </a:solidFill>
              </a:defRPr>
            </a:pPr>
            <a:r>
              <a:t>• 要点二：与底部图片保持间距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36699"/>
                </a:solidFill>
              </a:defRPr>
            </a:pPr>
            <a:r>
              <a:t>• 要点三：不再触底</a:t>
            </a:r>
          </a:p>
        </p:txBody>
      </p:sp>
      <p:pic>
        <p:nvPicPr>
          <p:cNvPr id="13" name="Picture 12" descr="_demo_bottom.png"/>
          <p:cNvPicPr>
            <a:picLocks noChangeAspect="1"/>
          </p:cNvPicPr>
          <p:nvPr/>
        </p:nvPicPr>
        <p:blipFill>
          <a:blip r:embed="rId2"/>
          <a:srcRect t="5000" b="5000"/>
          <a:stretch>
            <a:fillRect/>
          </a:stretch>
        </p:blipFill>
        <p:spPr>
          <a:xfrm>
            <a:off x="4267047" y="3246120"/>
            <a:ext cx="3657600" cy="3291840"/>
          </a:xfrm>
          <a:prstGeom prst="rect">
            <a:avLst/>
          </a:prstGeom>
          <a:ln w="15875">
            <a:solidFill>
              <a:srgbClr val="336699"/>
            </a:solidFill>
          </a:ln>
        </p:spPr>
      </p:pic>
    </p:spTree>
  </p:cSld>
  <p:clrMapOvr>
    <a:masterClrMapping/>
  </p:clrMapOvr>
  <p:sldTrans>
    <p:transition advClick="0" advTime="0" soundEnabled="0" loop="1">
      <p:fadeEffect dir="in">
        <p:dur val="200"/>
      </p:fadeEffect>
    </p:transition>
  </p:sldTrans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07660" y="774624"/>
            <a:ext cx="310896" cy="310896"/>
          </a:xfrm>
          <a:prstGeom prst="ellipse">
            <a:avLst/>
          </a:prstGeom>
          <a:solidFill>
            <a:srgbClr val="C8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44843" y="4747172"/>
            <a:ext cx="1097280" cy="1097280"/>
          </a:xfrm>
          <a:prstGeom prst="ellipse">
            <a:avLst/>
          </a:prstGeom>
          <a:noFill/>
          <a:ln w="25400">
            <a:solidFill>
              <a:srgbClr val="BED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18621" y="5678731"/>
            <a:ext cx="1381374" cy="1385318"/>
          </a:xfrm>
          <a:prstGeom prst="ellipse">
            <a:avLst/>
          </a:prstGeom>
          <a:solidFill>
            <a:srgbClr val="E2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69449" y="4655983"/>
            <a:ext cx="3098915" cy="2732034"/>
          </a:xfrm>
          <a:prstGeom prst="ellipse">
            <a:avLst/>
          </a:prstGeom>
          <a:solidFill>
            <a:srgbClr val="BED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底部通栏·稀疏内容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仅两个要点</a:t>
            </a:r>
          </a:p>
        </p:txBody>
      </p:sp>
      <p:pic>
        <p:nvPicPr>
          <p:cNvPr id="13" name="Picture 12" descr="_demo_bottom.png"/>
          <p:cNvPicPr>
            <a:picLocks noChangeAspect="1"/>
          </p:cNvPicPr>
          <p:nvPr/>
        </p:nvPicPr>
        <p:blipFill>
          <a:blip r:embed="rId2"/>
          <a:srcRect t="5000" b="5000"/>
          <a:stretch>
            <a:fillRect/>
          </a:stretch>
        </p:blipFill>
        <p:spPr>
          <a:xfrm>
            <a:off x="4267047" y="3246120"/>
            <a:ext cx="3657600" cy="3291840"/>
          </a:xfrm>
          <a:prstGeom prst="rect">
            <a:avLst/>
          </a:prstGeom>
          <a:ln w="15875">
            <a:solidFill>
              <a:srgbClr val="336699"/>
            </a:solidFill>
          </a:ln>
        </p:spPr>
      </p:pic>
    </p:spTree>
  </p:cSld>
  <p:clrMapOvr>
    <a:masterClrMapping/>
  </p:clrMapOvr>
  <p:sldTrans>
    <p:transition advClick="0" advTime="0" soundEnabled="0" loop="1">
      <p:pushEffect dir="in">
        <p:dur val="200"/>
      </p:pushEffect>
    </p:transition>
  </p:sldTrans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