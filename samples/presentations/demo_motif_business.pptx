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502920"/>
            <a:ext cx="1005840" cy="1005840"/>
          </a:xfrm>
          <a:prstGeom prst="ellipse">
            <a:avLst/>
          </a:prstGeom>
          <a:noFill/>
          <a:ln w="25400">
            <a:solidFill>
              <a:srgbClr val="B9C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D4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noFill/>
          <a:ln w="38100">
            <a:solidFill>
              <a:srgbClr val="D4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480560"/>
            <a:ext cx="3840480" cy="3840480"/>
          </a:xfrm>
          <a:prstGeom prst="ellipse">
            <a:avLst/>
          </a:prstGeom>
          <a:solidFill>
            <a:srgbClr val="B9C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600" b="1">
                <a:solidFill>
                  <a:srgbClr val="003366"/>
                </a:solidFill>
              </a:defRPr>
            </a:pPr>
            <a:r>
              <a:t>背景随内容动态生成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27448" y="3749039"/>
            <a:ext cx="274320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36699"/>
                </a:solidFill>
              </a:defRPr>
            </a:pPr>
            <a:r>
              <a:t>同一主题下，每页背景装饰根据文章关键词自动变化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11" name="Oval 10"/>
          <p:cNvSpPr/>
          <p:nvPr/>
        </p:nvSpPr>
        <p:spPr>
          <a:xfrm>
            <a:off x="11487732" y="911482"/>
            <a:ext cx="310896" cy="310896"/>
          </a:xfrm>
          <a:prstGeom prst="ellipse">
            <a:avLst/>
          </a:prstGeom>
          <a:solidFill>
            <a:srgbClr val="B5C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427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35640" y="5023708"/>
            <a:ext cx="237744" cy="919891"/>
          </a:xfrm>
          <a:prstGeom prst="rect">
            <a:avLst/>
          </a:prstGeom>
          <a:solidFill>
            <a:srgbClr val="427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4382094"/>
            <a:ext cx="237744" cy="1561505"/>
          </a:xfrm>
          <a:prstGeom prst="rect">
            <a:avLst/>
          </a:prstGeom>
          <a:solidFill>
            <a:srgbClr val="B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4411148"/>
            <a:ext cx="237744" cy="1532451"/>
          </a:xfrm>
          <a:prstGeom prst="rect">
            <a:avLst/>
          </a:prstGeom>
          <a:solidFill>
            <a:srgbClr val="427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765604"/>
            <a:ext cx="237744" cy="1177995"/>
          </a:xfrm>
          <a:prstGeom prst="rect">
            <a:avLst/>
          </a:prstGeom>
          <a:solidFill>
            <a:srgbClr val="B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销售数据与增长趋势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本页关键词触发「数据母题」，右下角生成柱状图与上升箭头装饰。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营收同比增长 35%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市场占有率提升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成本效率优化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19" name="Oval 18"/>
          <p:cNvSpPr/>
          <p:nvPr/>
        </p:nvSpPr>
        <p:spPr>
          <a:xfrm>
            <a:off x="11343920" y="369595"/>
            <a:ext cx="310896" cy="310896"/>
          </a:xfrm>
          <a:prstGeom prst="ellipse">
            <a:avLst/>
          </a:prstGeom>
          <a:solidFill>
            <a:srgbClr val="CDE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D0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系统架构与技术栈选型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本页关键词触发「技术母题」，右下角生成节点网格与圆环装饰。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微服务架构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前后端分离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自动化部署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16" name="Oval 15"/>
          <p:cNvSpPr/>
          <p:nvPr/>
        </p:nvSpPr>
        <p:spPr>
          <a:xfrm>
            <a:off x="634400" y="517820"/>
            <a:ext cx="310896" cy="310896"/>
          </a:xfrm>
          <a:prstGeom prst="ellipse">
            <a:avLst/>
          </a:prstGeom>
          <a:solidFill>
            <a:srgbClr val="C0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CFE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38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职业发展路径规划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本页关键词触发「流程母题」，右下角生成路径节点与连线装饰。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技术纵深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管理横向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T 型复合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16" name="Oval 15"/>
          <p:cNvSpPr/>
          <p:nvPr/>
        </p:nvSpPr>
        <p:spPr>
          <a:xfrm>
            <a:off x="648251" y="764323"/>
            <a:ext cx="310896" cy="310896"/>
          </a:xfrm>
          <a:prstGeom prst="ellipse">
            <a:avLst/>
          </a:prstGeom>
          <a:solidFill>
            <a:srgbClr val="C9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D1E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346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机器学习理论基础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本页关键词触发「学术母题」，右下角生成平行书页线装饰。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监督学习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神经网络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模型评估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9" name="Oval 8"/>
          <p:cNvSpPr/>
          <p:nvPr/>
        </p:nvSpPr>
        <p:spPr>
          <a:xfrm>
            <a:off x="11065666" y="426362"/>
            <a:ext cx="310896" cy="310896"/>
          </a:xfrm>
          <a:prstGeom prst="ellipse">
            <a:avLst/>
          </a:prstGeom>
          <a:solidFill>
            <a:srgbClr val="C9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22426" y="4526291"/>
            <a:ext cx="1097280" cy="1097280"/>
          </a:xfrm>
          <a:prstGeom prst="ellipse">
            <a:avLst/>
          </a:prstGeom>
          <a:noFill/>
          <a:ln w="25400">
            <a:solidFill>
              <a:srgbClr val="C6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35520" y="5744384"/>
            <a:ext cx="1474060" cy="1643118"/>
          </a:xfrm>
          <a:prstGeom prst="ellipse">
            <a:avLst/>
          </a:prstGeom>
          <a:solidFill>
            <a:srgbClr val="CED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86437" y="4964719"/>
            <a:ext cx="2992559" cy="3058021"/>
          </a:xfrm>
          <a:prstGeom prst="ellipse">
            <a:avLst/>
          </a:prstGeom>
          <a:solidFill>
            <a:srgbClr val="C6D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团队协作与文化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本页无特殊关键词，触发「几何母题」，右下角生成大小圆装饰。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开放沟通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互相信任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长期主义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