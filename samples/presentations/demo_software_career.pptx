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开场点明个人画像，语气自信自然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强调目标的递进逻辑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对比三种路径，给出个人选择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量化的年度目标，可执行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保持开放、谦逊的结尾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个人定位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通过三年竞赛与项目历练，我明确了自身定位：以扎实的算法基础为底盘，聚焦后端与系统方向，兼顾工程落地能力，追求可持续的长期成长而非短期投机。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兴趣方向：后端工程与系统设计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能力盘点：算法与工程落地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价值观：长期主义</a:t>
            </a:r>
          </a:p>
        </p:txBody>
      </p:sp>
      <p:pic>
        <p:nvPicPr>
          <p:cNvPr id="5" name="Picture 4" descr="dem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职业目标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职业目标分三步走：短期 1-3 年打牢工程基础并积累完整项目经验；中期 3-5 年成为团队核心技术骨干；长期向架构师或领域专家演进，形成技术壁垒。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短期：夯实基础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中期：技术骨干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长期：架构师</a:t>
            </a:r>
          </a:p>
        </p:txBody>
      </p:sp>
      <p:pic>
        <p:nvPicPr>
          <p:cNvPr id="5" name="Picture 4" descr="dem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发展路径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548640" y="1371600"/>
            <a:ext cx="3383280" cy="5120640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发展路径存在三种选择：技术路线追求专业纵深，管理路线强调团队与资源整合，复合路线以 T 型能力兼顾两者。结合个人特质，优先 T 型发展。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技术路线：纵深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管理路线：横向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114800" y="1371600"/>
            <a:ext cx="3200400" cy="5120640"/>
          </a:xfrm>
        </p:spPr>
        <p:txBody>
          <a:bodyPr wrap="square"/>
          <a:lstStyle/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复合路线：T 型</a:t>
            </a:r>
          </a:p>
        </p:txBody>
      </p:sp>
      <p:pic>
        <p:nvPicPr>
          <p:cNvPr id="5" name="Picture 4" descr="dem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年度计划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2026 年计划重点：阅读 12 本技术书覆盖分布式系统/数据库/编译器等领域；完成 2 个完整的开源项目（含一个万星项目级别）；参与 3 次 ICPC/CCPC 区域赛练手。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阅读 12 本技术书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完成 2 个完整项目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参与 3 次竞赛</a:t>
            </a:r>
          </a:p>
        </p:txBody>
      </p:sp>
      <p:pic>
        <p:nvPicPr>
          <p:cNvPr id="5" name="Picture 4" descr="demo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3736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感谢各位老师与同学聆听，欢迎在 Q&amp;A 环节交流，期待与大家共同成长。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欢迎交流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共同成长</a:t>
            </a:r>
          </a:p>
          <a:p>
            <a:pPr>
              <a:spcAft>
                <a:spcPts val="800"/>
              </a:spcAft>
              <a:defRPr sz="1800" b="1">
                <a:solidFill>
                  <a:srgbClr val="336699"/>
                </a:solidFill>
              </a:defRPr>
            </a:pPr>
            <a:r>
              <a:t>• 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