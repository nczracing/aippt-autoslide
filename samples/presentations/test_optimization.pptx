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C0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0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15090" y="4626008"/>
            <a:ext cx="1097280" cy="1097280"/>
          </a:xfrm>
          <a:prstGeom prst="ellipse">
            <a:avLst/>
          </a:prstGeom>
          <a:noFill/>
          <a:ln w="25400">
            <a:solidFill>
              <a:srgbClr val="CC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17515" y="5866628"/>
            <a:ext cx="1561239" cy="1414313"/>
          </a:xfrm>
          <a:prstGeom prst="ellipse">
            <a:avLst/>
          </a:prstGeom>
          <a:solidFill>
            <a:srgbClr val="DB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03354" y="4764378"/>
            <a:ext cx="2670543" cy="2547340"/>
          </a:xfrm>
          <a:prstGeom prst="ellipse">
            <a:avLst/>
          </a:prstGeom>
          <a:solidFill>
            <a:srgbClr val="CC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封面测试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测试副标题</a:t>
            </a:r>
          </a:p>
        </p:txBody>
      </p:sp>
    </p:spTree>
  </p:cSld>
  <p:clrMapOvr>
    <a:masterClrMapping/>
  </p:clrMapOvr>
  <p:transition spd="slow" advClick="1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8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25057" y="4364317"/>
            <a:ext cx="1097280" cy="1097280"/>
          </a:xfrm>
          <a:prstGeom prst="ellipse">
            <a:avLst/>
          </a:prstGeom>
          <a:noFill/>
          <a:ln w="25400">
            <a:solidFill>
              <a:srgbClr val="CA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6081" y="6013042"/>
            <a:ext cx="1105556" cy="1628341"/>
          </a:xfrm>
          <a:prstGeom prst="ellipse">
            <a:avLst/>
          </a:prstGeom>
          <a:solidFill>
            <a:srgbClr val="CC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9763" y="4883043"/>
            <a:ext cx="2872172" cy="2647294"/>
          </a:xfrm>
          <a:prstGeom prst="ellipse">
            <a:avLst/>
          </a:prstGeom>
          <a:solidFill>
            <a:srgbClr val="CAD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内容页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测试正文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要点1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要点2</a:t>
            </a:r>
          </a:p>
        </p:txBody>
      </p:sp>
    </p:spTree>
  </p:cSld>
  <p:clrMapOvr>
    <a:masterClrMapping/>
  </p:clrMapOvr>
  <p:transition spd="slow" advClick="1">
    <p:push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