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8C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BED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C6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000" b="1">
                <a:solidFill>
                  <a:srgbClr val="003366"/>
                </a:solidFill>
              </a:defRPr>
            </a:pPr>
            <a:r>
              <a:t>AutoSlide v1.1 第28轮更新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参考资料输入（PDF/MD 上传）+ Prompt 工程优化</a:t>
            </a:r>
          </a:p>
        </p:txBody>
      </p:sp>
    </p:spTree>
  </p:cSld>
  <p:clrMapOvr>
    <a:masterClrMapping/>
  </p:clrMapOvr>
  <p:transition spd="slow" advClick="1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2D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13931" y="4677272"/>
            <a:ext cx="1097280" cy="1097280"/>
          </a:xfrm>
          <a:prstGeom prst="ellipse">
            <a:avLst/>
          </a:prstGeom>
          <a:noFill/>
          <a:ln w="25400">
            <a:solidFill>
              <a:srgbClr val="B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17089" y="5721696"/>
            <a:ext cx="1259853" cy="1201636"/>
          </a:xfrm>
          <a:prstGeom prst="ellipse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6830" y="5016078"/>
            <a:ext cx="2554979" cy="2815658"/>
          </a:xfrm>
          <a:prstGeom prst="ellipse">
            <a:avLst/>
          </a:prstGeom>
          <a:solidFill>
            <a:srgbClr val="B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参考文档解析器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新建 core/doc_parser.py：PDF(PyPDF2 逐页+[第N页]标注) + Markdown(标记清理) → 纯文本，MAX_FILE_CHARS=12000 截断保护。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PDF 逐页提取带页边界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MD 清理标题/加粗/链接/图片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加密/扫描件统一抛 ValueError</a:t>
            </a:r>
          </a:p>
        </p:txBody>
      </p:sp>
    </p:spTree>
  </p:cSld>
  <p:clrMapOvr>
    <a:masterClrMapping/>
  </p:clrMapOvr>
  <p:transition spd="slow" advClick="1">
    <p:push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BC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17108" y="4484649"/>
            <a:ext cx="1097280" cy="1097280"/>
          </a:xfrm>
          <a:prstGeom prst="ellipse">
            <a:avLst/>
          </a:prstGeom>
          <a:noFill/>
          <a:ln w="25400">
            <a:solidFill>
              <a:srgbClr val="BDD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7006" y="5731278"/>
            <a:ext cx="1108878" cy="1222245"/>
          </a:xfrm>
          <a:prstGeom prst="ellipse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26781" y="4973505"/>
            <a:ext cx="3103425" cy="2444329"/>
          </a:xfrm>
          <a:prstGeom prst="ellipse">
            <a:avLst/>
          </a:prstGeom>
          <a:solidFill>
            <a:srgbClr val="BDD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UI 上传功能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参考材料区新增「📎 上传参考文件」按钮，支持 PDF/MD 多选，解析后带来源标注追加填入 context_input。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多文件支持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解析失败弹 warning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P1 多选覆盖 bug 已修复</a:t>
            </a:r>
          </a:p>
        </p:txBody>
      </p:sp>
    </p:spTree>
  </p:cSld>
  <p:clrMapOvr>
    <a:masterClrMapping/>
  </p:clrMapOvr>
  <p:transition spd="slow" advClick="1">
    <p:wipe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D3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Prompt 工程优化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上下文块增强：EXTRACT don’t copy + 事实/观点/结构三类材料处理原则 + 内容忠实度约束；参考文献块分条引导。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三类材料处理原则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忠实度约束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引用格式规范化</a:t>
            </a:r>
          </a:p>
        </p:txBody>
      </p:sp>
    </p:spTree>
  </p:cSld>
  <p:clrMapOvr>
    <a:masterClrMapping/>
  </p:clrMapOvr>
  <p:transition spd="slow" advClick="1">
    <p:dissolv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