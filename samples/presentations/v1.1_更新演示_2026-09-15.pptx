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FE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19" y="4453310"/>
            <a:ext cx="1097280" cy="1097280"/>
          </a:xfrm>
          <a:prstGeom prst="ellipse">
            <a:avLst/>
          </a:prstGeom>
          <a:noFill/>
          <a:ln w="25400">
            <a:solidFill>
              <a:srgbClr val="D5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4653" y="5642427"/>
            <a:ext cx="1505299" cy="1281895"/>
          </a:xfrm>
          <a:prstGeom prst="ellipse">
            <a:avLst/>
          </a:prstGeom>
          <a:solidFill>
            <a:srgbClr val="DB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8796" y="4855877"/>
            <a:ext cx="3063536" cy="2554790"/>
          </a:xfrm>
          <a:prstGeom prst="ellipse">
            <a:avLst/>
          </a:prstGeom>
          <a:solidFill>
            <a:srgbClr val="D5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AutoSlide v1.1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Agnes API 恢复 · settings 完整性 · Pillow 兜底质量 · 版本号升级</a:t>
            </a:r>
          </a:p>
        </p:txBody>
      </p:sp>
    </p:spTree>
  </p:cSld>
  <p:clrMapOvr>
    <a:masterClrMapping/>
  </p:clrMapOvr>
  <p:transition spd="slow" advClick="1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CDE1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DE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35640" y="4661185"/>
            <a:ext cx="237744" cy="1282414"/>
          </a:xfrm>
          <a:prstGeom prst="rect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208072"/>
            <a:ext cx="237744" cy="1735527"/>
          </a:xfrm>
          <a:prstGeom prst="rect">
            <a:avLst/>
          </a:prstGeom>
          <a:solidFill>
            <a:srgbClr val="D2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575865"/>
            <a:ext cx="237744" cy="1367734"/>
          </a:xfrm>
          <a:prstGeom prst="rect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455765"/>
            <a:ext cx="237744" cy="1487834"/>
          </a:xfrm>
          <a:prstGeom prst="rect">
            <a:avLst/>
          </a:prstGeom>
          <a:solidFill>
            <a:srgbClr val="D2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Agnes AI 出图链路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Agnes API 已恢复（env AGNES_API_KEY 有效），正常出图走 AI 链路，Pillow 仅作兜底。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API 探活成功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生图返回平台URL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比例精确匹配版面</a:t>
            </a:r>
          </a:p>
        </p:txBody>
      </p:sp>
    </p:spTree>
  </p:cSld>
  <p:clrMapOvr>
    <a:masterClrMapping/>
  </p:clrMapOvr>
  <p:transition spd="slow" advClick="1">
    <p:push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BDD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DD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1785" y="4378153"/>
            <a:ext cx="1097280" cy="1097280"/>
          </a:xfrm>
          <a:prstGeom prst="ellipse">
            <a:avLst/>
          </a:prstGeom>
          <a:noFill/>
          <a:ln w="25400">
            <a:solidFill>
              <a:srgbClr val="BBC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56277" y="5725669"/>
            <a:ext cx="1235344" cy="1359473"/>
          </a:xfrm>
          <a:prstGeom prst="ellipse">
            <a:avLst/>
          </a:prstGeom>
          <a:solidFill>
            <a:srgbClr val="CFD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46205" y="4605878"/>
            <a:ext cx="2584893" cy="2680929"/>
          </a:xfrm>
          <a:prstGeom prst="ellipse">
            <a:avLst/>
          </a:prstGeom>
          <a:solidFill>
            <a:srgbClr val="BB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AI 统筹排版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image_layout 尊重上游显式值，仅对页面结构做内容感知推荐；修复 9/7 覆盖 bug。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封面/参考文献固定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有图透传显式布局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无图5要点双栏</a:t>
            </a:r>
          </a:p>
        </p:txBody>
      </p:sp>
    </p:spTree>
  </p:cSld>
  <p:clrMapOvr>
    <a:masterClrMapping/>
  </p:clrMapOvr>
  <p:transition spd="slow" advClick="1">
    <p:wipe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CE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E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5239480"/>
            <a:ext cx="237744" cy="704119"/>
          </a:xfrm>
          <a:prstGeom prst="rect">
            <a:avLst/>
          </a:prstGeom>
          <a:solidFill>
            <a:srgbClr val="C8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872970"/>
            <a:ext cx="237744" cy="1070629"/>
          </a:xfrm>
          <a:prstGeom prst="rect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918891"/>
            <a:ext cx="237744" cy="1024708"/>
          </a:xfrm>
          <a:prstGeom prst="rect">
            <a:avLst/>
          </a:prstGeom>
          <a:solidFill>
            <a:srgbClr val="C8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Pillow 兜底质量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网格线改 RGBA overlay 绘制修复发黑；新增 tech/vibrant 主题配色；装饰条随画布比例缩放。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新增2主题配色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网格线 alpha 修复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无标题居中细线</a:t>
            </a:r>
          </a:p>
        </p:txBody>
      </p:sp>
    </p:spTree>
  </p:cSld>
  <p:clrMapOvr>
    <a:masterClrMapping/>
  </p:clrMapOvr>
  <p:transition spd="slow" advClick="1">
    <p:dissolv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