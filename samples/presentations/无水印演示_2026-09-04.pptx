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Rectangle 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6F0FB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animSeq>
          <p:animCue>
            <p:fadeTg tgtElemId="" fadeDir="0" fadeOut="0">
              <p:dur val="300"/>
            </p:fadeTg>
          </p:animCue>
        </p:animSeq>
      </p:sp>
      <p:sp>
        <p:nvSpPr>
          <p:cNvPr id="8" name="Oval 7"/>
          <p:cNvSpPr/>
          <p:nvPr/>
        </p:nvSpPr>
        <p:spPr>
          <a:xfrm>
            <a:off x="640080" y="502920"/>
            <a:ext cx="1005840" cy="1005840"/>
          </a:xfrm>
          <a:prstGeom prst="ellipse">
            <a:avLst/>
          </a:prstGeom>
          <a:noFill/>
          <a:ln w="25400">
            <a:solidFill>
              <a:srgbClr val="C6D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0" y="5120640"/>
            <a:ext cx="1828800" cy="1828800"/>
          </a:xfrm>
          <a:prstGeom prst="ellipse">
            <a:avLst/>
          </a:prstGeom>
          <a:solidFill>
            <a:srgbClr val="DAE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-1188720"/>
            <a:ext cx="3657600" cy="3657600"/>
          </a:xfrm>
          <a:prstGeom prst="ellipse">
            <a:avLst/>
          </a:prstGeom>
          <a:noFill/>
          <a:ln w="38100">
            <a:solidFill>
              <a:srgbClr val="DAE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4480560"/>
            <a:ext cx="3840480" cy="3840480"/>
          </a:xfrm>
          <a:prstGeom prst="ellipse">
            <a:avLst/>
          </a:prstGeom>
          <a:solidFill>
            <a:srgbClr val="C6D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algn="ctr">
              <a:defRPr sz="4600" b="1">
                <a:solidFill>
                  <a:srgbClr val="003366"/>
                </a:solidFill>
              </a:defRPr>
            </a:pPr>
            <a:r>
              <a:t>AI PPT生成工具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727448" y="3749039"/>
            <a:ext cx="2743200" cy="54864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336699"/>
                </a:solidFill>
              </a:defRPr>
            </a:pPr>
            <a:r>
              <a:t>智能生成专业演示文稿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6F0FB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89743" y="666618"/>
            <a:ext cx="310896" cy="310896"/>
          </a:xfrm>
          <a:prstGeom prst="ellipse">
            <a:avLst/>
          </a:prstGeom>
          <a:solidFill>
            <a:srgbClr val="BAC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73779" y="4415064"/>
            <a:ext cx="1097280" cy="1097280"/>
          </a:xfrm>
          <a:prstGeom prst="ellipse">
            <a:avLst/>
          </a:prstGeom>
          <a:noFill/>
          <a:ln w="25400">
            <a:solidFill>
              <a:srgbClr val="BED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174882" y="5499025"/>
            <a:ext cx="1350785" cy="1269207"/>
          </a:xfrm>
          <a:prstGeom prst="ellipse">
            <a:avLst/>
          </a:prstGeom>
          <a:solidFill>
            <a:srgbClr val="D0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3885" y="4719500"/>
            <a:ext cx="2965951" cy="2701455"/>
          </a:xfrm>
          <a:prstGeom prst="ellipse">
            <a:avLst/>
          </a:prstGeom>
          <a:solidFill>
            <a:srgbClr val="BED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68680"/>
          </a:xfrm>
        </p:spPr>
        <p:txBody>
          <a:bodyPr wrap="square"/>
          <a:lstStyle/>
          <a:p>
            <a:pPr algn="l">
              <a:defRPr sz="3400" b="1">
                <a:solidFill>
                  <a:srgbClr val="003366"/>
                </a:solidFill>
              </a:defRPr>
            </a:pPr>
            <a:r>
              <a:t>核心功能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8368" y="1207008"/>
            <a:ext cx="2011680" cy="54864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37160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600">
                <a:solidFill>
                  <a:srgbClr val="282828"/>
                </a:solidFill>
              </a:defRPr>
            </a:pPr>
            <a:r>
              <a:t>自动生成大纲和正文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AI驱动内容生成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智能配图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多风格主题</a:t>
            </a:r>
          </a:p>
        </p:txBody>
      </p:sp>
    </p:spTree>
  </p:cSld>
  <p:clrMapOvr>
    <a:masterClrMapping/>
  </p:clrMapOvr>
  <p:sldTrans>
    <p:transition advClick="0" advTime="0" soundEnabled="0" loop="1">
      <p:pushEffect dir="in">
        <p:dur val="200"/>
      </p:pushEffect>
    </p:transition>
  </p:sldTrans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" name="Rectangle 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E6F0FB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81115" y="668779"/>
            <a:ext cx="310896" cy="310896"/>
          </a:xfrm>
          <a:prstGeom prst="ellipse">
            <a:avLst/>
          </a:prstGeom>
          <a:solidFill>
            <a:srgbClr val="D0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0" y="4389120"/>
            <a:ext cx="1554480" cy="1554480"/>
          </a:xfrm>
          <a:prstGeom prst="ellipse">
            <a:avLst/>
          </a:prstGeom>
          <a:noFill/>
          <a:ln w="31750">
            <a:solidFill>
              <a:srgbClr val="BAC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36224" y="5614416"/>
            <a:ext cx="137160" cy="137160"/>
          </a:xfrm>
          <a:prstGeom prst="ellipse">
            <a:avLst/>
          </a:prstGeom>
          <a:solidFill>
            <a:srgbClr val="2E6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52176" y="5614416"/>
            <a:ext cx="137160" cy="137160"/>
          </a:xfrm>
          <a:prstGeom prst="ellipse">
            <a:avLst/>
          </a:prstGeom>
          <a:solidFill>
            <a:srgbClr val="2E6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68128" y="5614416"/>
            <a:ext cx="137160" cy="137160"/>
          </a:xfrm>
          <a:prstGeom prst="ellipse">
            <a:avLst/>
          </a:prstGeom>
          <a:solidFill>
            <a:srgbClr val="2E6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0" y="5614416"/>
            <a:ext cx="137160" cy="137160"/>
          </a:xfrm>
          <a:prstGeom prst="ellipse">
            <a:avLst/>
          </a:prstGeom>
          <a:solidFill>
            <a:srgbClr val="2E6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36224" y="5230368"/>
            <a:ext cx="137160" cy="137160"/>
          </a:xfrm>
          <a:prstGeom prst="ellipse">
            <a:avLst/>
          </a:prstGeom>
          <a:solidFill>
            <a:srgbClr val="2E6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52176" y="5230368"/>
            <a:ext cx="137160" cy="137160"/>
          </a:xfrm>
          <a:prstGeom prst="ellipse">
            <a:avLst/>
          </a:prstGeom>
          <a:solidFill>
            <a:srgbClr val="2E6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68128" y="5230368"/>
            <a:ext cx="137160" cy="137160"/>
          </a:xfrm>
          <a:prstGeom prst="ellipse">
            <a:avLst/>
          </a:prstGeom>
          <a:solidFill>
            <a:srgbClr val="2E6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84080" y="5230368"/>
            <a:ext cx="137160" cy="137160"/>
          </a:xfrm>
          <a:prstGeom prst="ellipse">
            <a:avLst/>
          </a:prstGeom>
          <a:solidFill>
            <a:srgbClr val="2E6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36224" y="4846320"/>
            <a:ext cx="137160" cy="137160"/>
          </a:xfrm>
          <a:prstGeom prst="ellipse">
            <a:avLst/>
          </a:prstGeom>
          <a:solidFill>
            <a:srgbClr val="2E6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52176" y="4846320"/>
            <a:ext cx="137160" cy="137160"/>
          </a:xfrm>
          <a:prstGeom prst="ellipse">
            <a:avLst/>
          </a:prstGeom>
          <a:solidFill>
            <a:srgbClr val="2E6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68128" y="4846320"/>
            <a:ext cx="137160" cy="137160"/>
          </a:xfrm>
          <a:prstGeom prst="ellipse">
            <a:avLst/>
          </a:prstGeom>
          <a:solidFill>
            <a:srgbClr val="2E6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4846320"/>
            <a:ext cx="137160" cy="137160"/>
          </a:xfrm>
          <a:prstGeom prst="ellipse">
            <a:avLst/>
          </a:prstGeom>
          <a:solidFill>
            <a:srgbClr val="2E6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10881360" cy="868680"/>
          </a:xfrm>
        </p:spPr>
        <p:txBody>
          <a:bodyPr wrap="square"/>
          <a:lstStyle/>
          <a:p>
            <a:pPr algn="l">
              <a:defRPr sz="3400" b="1">
                <a:solidFill>
                  <a:srgbClr val="003366"/>
                </a:solidFill>
              </a:defRPr>
            </a:pPr>
            <a:r>
              <a:t>技术架构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58368" y="1207008"/>
            <a:ext cx="2011680" cy="54864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37160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600">
                <a:solidFill>
                  <a:srgbClr val="282828"/>
                </a:solidFill>
              </a:defRPr>
            </a:pPr>
            <a:r>
              <a:t>PyQt6 + python-pptx + AI API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用户界面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PPT构建引擎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336699"/>
                </a:solidFill>
              </a:defRPr>
            </a:pPr>
            <a:r>
              <a:t>• AI服务</a:t>
            </a:r>
          </a:p>
        </p:txBody>
      </p:sp>
    </p:spTree>
  </p:cSld>
  <p:clrMapOvr>
    <a:masterClrMapping/>
  </p:clrMapOvr>
  <p:sldTrans>
    <p:transition advClick="0" advTime="0" soundEnabled="0" loop="1">
      <p:wipeEffect dir="in">
        <p:dur val="200"/>
      </p:wipeEffect>
    </p:transition>
  </p:sldTrans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